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6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ts val="3300"/>
              </a:lnSpc>
              <a:spcAft>
                <a:spcPts val="0"/>
              </a:spcAft>
              <a:defRPr sz="3000">
                <a:solidFill>
                  <a:srgbClr val="3B6588"/>
                </a:solidFill>
                <a:latin typeface="Noto Sans"/>
              </a:defRPr>
            </a:pPr>
            <a:r>
              <a:t>Building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7899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>
                <a:latin typeface="Noto Sans"/>
              </a:defRPr>
            </a:pPr>
            <a:r>
              <a:t>Use counters to show two groups. Combine them and count the total. Explain the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>
                <a:latin typeface="Noto Sans"/>
              </a:defRPr>
            </a:pPr>
            <a:r>
              <a:t>result in a complete sentence.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