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>
                <a:solidFill>
                  <a:srgbClr val="3B6588"/>
                </a:solidFill>
                <a:latin typeface="Noto Sans"/>
              </a:defRPr>
            </a:pPr>
            <a:r>
              <a:t>Формирование понимания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>
                <a:latin typeface="Noto Sans"/>
              </a:defRPr>
            </a:pPr>
            <a:r>
              <a:t>Покажите две группы счётными предметами. Объедините их и посчитайте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>
                <a:latin typeface="Noto Sans"/>
              </a:defRPr>
            </a:pPr>
            <a:r>
              <a:t>общее количество. Объясните результат полным предложением.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