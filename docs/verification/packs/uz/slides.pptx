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6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>
                <a:solidFill>
                  <a:srgbClr val="3B6588"/>
                </a:solidFill>
                <a:latin typeface="Noto Sans"/>
              </a:defRPr>
            </a:pPr>
            <a:r>
              <a:t>Tushunchani shakllantirish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>
                <a:latin typeface="Noto Sans"/>
              </a:defRPr>
            </a:pPr>
            <a:r>
              <a:t>Ikki guruhni sanoq donalari bilan ko‘rsating. Ularni birlashtiring va jami sonni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>
                <a:latin typeface="Noto Sans"/>
              </a:defRPr>
            </a:pPr>
            <a:r>
              <a:t>sanang. Natijani to‘liq gap bilan tushuntiring.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