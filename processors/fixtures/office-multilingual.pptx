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869ca1dfe14896" /><Relationship Type="http://schemas.openxmlformats.org/officeDocument/2006/relationships/extended-properties" Target="/docProps/app.xml" Id="R8960f48cfd2f43dd" /><Relationship Type="http://schemas.openxmlformats.org/officeDocument/2006/relationships/officeDocument" Target="/ppt/presentation.xml" Id="R7a32ecf9828244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bf6b15ab9946b2"/>
  </p:sldMasterIdLst>
  <p:notesMasterIdLst>
    <p:notesMasterId xmlns:r="http://schemas.openxmlformats.org/officeDocument/2006/relationships" r:id="Rf35e4324313943f6"/>
  </p:notesMasterIdLst>
  <p:sldIdLst>
    <p:sldId xmlns:r="http://schemas.openxmlformats.org/officeDocument/2006/relationships" id="256" r:id="R0185ce355f034f2f"/>
    <p:sldId xmlns:r="http://schemas.openxmlformats.org/officeDocument/2006/relationships" id="257" r:id="R1313ae61008644bb"/>
    <p:sldId xmlns:r="http://schemas.openxmlformats.org/officeDocument/2006/relationships" id="258" r:id="Rc3f6855ab8884e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aa9b3a04e74b1e" /><Relationship Type="http://schemas.openxmlformats.org/officeDocument/2006/relationships/slideMaster" Target="/ppt/slideMasters/slideMaster1.xml" Id="Rb4bf6b15ab9946b2" /><Relationship Type="http://schemas.openxmlformats.org/officeDocument/2006/relationships/notesMaster" Target="/ppt/notesMasters/notesMaster1.xml" Id="Rf35e4324313943f6" /><Relationship Type="http://schemas.openxmlformats.org/officeDocument/2006/relationships/presProps" Target="/ppt/presProps.xml" Id="Rd46cf9f9c04f4014" /><Relationship Type="http://schemas.openxmlformats.org/officeDocument/2006/relationships/tableStyles" Target="/ppt/tableStyles.xml" Id="R3f72d02329f24c03" /><Relationship Type="http://schemas.openxmlformats.org/officeDocument/2006/relationships/slide" Target="/ppt/slides/slide1.xml" Id="R0185ce355f034f2f" /><Relationship Type="http://schemas.openxmlformats.org/officeDocument/2006/relationships/slide" Target="/ppt/slides/slide2.xml" Id="R1313ae61008644bb" /><Relationship Type="http://schemas.openxmlformats.org/officeDocument/2006/relationships/slide" Target="/ppt/slides/slide3.xml" Id="Rc3f6855ab8884e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049295e3324f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a2b5d769a749d5" /><Relationship Type="http://schemas.openxmlformats.org/officeDocument/2006/relationships/notesMaster" Target="/ppt/notesMasters/notesMaster1.xml" Id="R7e1838f64d2046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5a49c5ce074090" /><Relationship Type="http://schemas.openxmlformats.org/officeDocument/2006/relationships/notesMaster" Target="/ppt/notesMasters/notesMaster1.xml" Id="R3e062f7508df42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4573722e494869" /><Relationship Type="http://schemas.openxmlformats.org/officeDocument/2006/relationships/notesMaster" Target="/ppt/notesMasters/notesMaster1.xml" Id="R7ab973a2f3644a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local software acceptance fixture. No customer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local software acceptance fixture. No customer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local software acceptance fixture. No customer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781dff9334f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271856ee0f4a4b" /><Relationship Type="http://schemas.openxmlformats.org/officeDocument/2006/relationships/slideLayout" Target="/ppt/slideLayouts/slideLayout1.xml" Id="R6950752966734c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50752966734c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26d1d67a64ade" /><Relationship Type="http://schemas.openxmlformats.org/officeDocument/2006/relationships/notesSlide" Target="/ppt/notesSlides/notesSlide1.xml" Id="R3b96e6f466f346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60f6d11a2484d" /><Relationship Type="http://schemas.openxmlformats.org/officeDocument/2006/relationships/notesSlide" Target="/ppt/notesSlides/notesSlide2.xml" Id="R9478c12940794c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74e706914413c" /><Relationship Type="http://schemas.openxmlformats.org/officeDocument/2006/relationships/notesSlide" Target="/ppt/notesSlides/notesSlide3.xml" Id="Rfa6d5a27d4774c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F8DB7-535A-4CD3-AE38-A979424D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33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2133"/>
                </a:solidFill>
                <a:latin typeface="Noto Sans"/>
                <a:ea typeface="Noto Sans"/>
                <a:cs typeface="Noto Sans"/>
              </a:rPr>
              <a:t>Office conversion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99516-B7EB-4370-822E-27A7018D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5CC5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235CC5"/>
                </a:solidFill>
                <a:latin typeface="Noto Sans"/>
                <a:ea typeface="Noto Sans"/>
                <a:cs typeface="Noto Sans"/>
              </a:rPr>
              <a:t>Document pages remain readable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94C62-C6B5-4D02-B7A9-C4241941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19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133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72133"/>
                </a:solidFill>
                <a:latin typeface="Noto Sans"/>
                <a:ea typeface="Noto Sans"/>
                <a:cs typeface="Noto Sans"/>
              </a:rPr>
              <a:t>This synthetic fixture checks English text, layout and editable slide shapes.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B760C-01F1-4112-A5F8-57312924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3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72133"/>
                </a:solidFill>
                <a:latin typeface="Noto Sans"/>
                <a:ea typeface="Noto Sans"/>
                <a:cs typeface="Noto Sans"/>
              </a:rPr>
              <a:t>PDF Master / en / 2026-09-22</a:t>
            </a:r>
          </a:p>
        </p:txBody>
      </p:sp>
    </p:spTree>
    <p:extLst>
      <p:ext uri="{BB962C8B-B14F-4D97-AF65-F5344CB8AC3E}">
        <p14:creationId xmlns:p14="http://schemas.microsoft.com/office/powerpoint/2010/main" val="1167830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12152-CFC4-467F-A5EB-D849B474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33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2133"/>
                </a:solidFill>
                <a:latin typeface="Noto Sans"/>
                <a:ea typeface="Noto Sans"/>
                <a:cs typeface="Noto Sans"/>
              </a:rPr>
              <a:t>Office konvertatsiyasini tekshirish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ACC71-405A-4C01-A720-F4DC2636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5CC5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235CC5"/>
                </a:solidFill>
                <a:latin typeface="Noto Sans"/>
                <a:ea typeface="Noto Sans"/>
                <a:cs typeface="Noto Sans"/>
              </a:rPr>
              <a:t>Hujjat sahifalari aniq ko‘rinadi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706DC-81FB-44D1-A4E8-9CFE99A7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19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133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72133"/>
                </a:solidFill>
                <a:latin typeface="Noto Sans"/>
                <a:ea typeface="Noto Sans"/>
                <a:cs typeface="Noto Sans"/>
              </a:rPr>
              <a:t>Bu sinov o‘zbekcha matn va tahrirlanadigan slayd obyektlarini tekshiradi.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A49E4-5C34-442D-B13A-955F1549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3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72133"/>
                </a:solidFill>
                <a:latin typeface="Noto Sans"/>
                <a:ea typeface="Noto Sans"/>
                <a:cs typeface="Noto Sans"/>
              </a:rPr>
              <a:t>PDF Master / uz / 2026-09-22</a:t>
            </a:r>
          </a:p>
        </p:txBody>
      </p:sp>
    </p:spTree>
    <p:extLst>
      <p:ext uri="{BB962C8B-B14F-4D97-AF65-F5344CB8AC3E}">
        <p14:creationId xmlns:p14="http://schemas.microsoft.com/office/powerpoint/2010/main" val="188726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99E6C-300E-4331-AE5C-7BBA065E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33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2133"/>
                </a:solidFill>
                <a:latin typeface="Noto Sans"/>
                <a:ea typeface="Noto Sans"/>
                <a:cs typeface="Noto Sans"/>
              </a:rPr>
              <a:t>Проверка преобразования Office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08837-2DDE-4752-A64E-EEAB00E6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5CC5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235CC5"/>
                </a:solidFill>
                <a:latin typeface="Noto Sans"/>
                <a:ea typeface="Noto Sans"/>
                <a:cs typeface="Noto Sans"/>
              </a:rPr>
              <a:t>Страницы документа остаются читаемыми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683E2-97B8-466E-B540-419C79E4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19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133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72133"/>
                </a:solidFill>
                <a:latin typeface="Noto Sans"/>
                <a:ea typeface="Noto Sans"/>
                <a:cs typeface="Noto Sans"/>
              </a:rPr>
              <a:t>Этот тест проверяет русский текст, разметку и редактируемые объекты слайда.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B3437-A21C-4447-BE67-9F322AC2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3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72133"/>
                </a:solidFill>
                <a:latin typeface="Noto Sans"/>
                <a:ea typeface="Noto Sans"/>
                <a:cs typeface="Noto Sans"/>
              </a:rPr>
              <a:t>PDF Master / ru / 2026-09-22</a:t>
            </a:r>
          </a:p>
        </p:txBody>
      </p:sp>
    </p:spTree>
    <p:extLst>
      <p:ext uri="{BB962C8B-B14F-4D97-AF65-F5344CB8AC3E}">
        <p14:creationId xmlns:p14="http://schemas.microsoft.com/office/powerpoint/2010/main" val="1799361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2026-09-22T18:18:50.5140000Z</dcterms:created>
  <dcterms:modified xsi:type="dcterms:W3CDTF">2026-09-22T18:18:50.5140000Z</dcterms:modified>
</coreProperties>
</file>